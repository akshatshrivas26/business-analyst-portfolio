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8fea96cb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8fea96cb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8fea96cb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8fea96cb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8fea96cb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8fea96cb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8fea96cb3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8fea96cb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8fea96cb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8fea96cb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8fea96cb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8fea96cb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Escalation Workflow Optimization Using Root Cause Analysis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Contact Center Environment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Montserrat"/>
                <a:ea typeface="Montserrat"/>
                <a:cs typeface="Montserrat"/>
                <a:sym typeface="Montserrat"/>
              </a:rPr>
              <a:t>By : </a:t>
            </a:r>
            <a:r>
              <a:rPr lang="en" sz="4000">
                <a:latin typeface="Montserrat"/>
                <a:ea typeface="Montserrat"/>
                <a:cs typeface="Montserrat"/>
                <a:sym typeface="Montserrat"/>
              </a:rPr>
              <a:t>Akshat Shrivas | Business Analyst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Escalation Problem Summary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Escalation rates increased from 4.2% → 11.8% over 7 weeks.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Identified issues: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Manual routing and delayed approvals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Customer repeating information multiple times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No clear triage or prioritization rules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Cause Analysis Summary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contributing factors: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Multiple handoffs and approval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Outdated knowledge content leading to inconsistent responses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Lack of automated routing based on case type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Methods applied: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Fishbone Diagram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5 Whys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Current Workflow (AS-IS)</a:t>
            </a:r>
            <a:endParaRPr b="1" sz="22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escalation workflow relies heavily on manual routing and supervisor intervention.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pain points: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Slow routing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Bottlenecks at supervisor/manager level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No automation or logic-based assignment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6" title="Future_Work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250" y="2023900"/>
            <a:ext cx="2913250" cy="311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Workflow (TO-BE)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Redesigned workflow introduces automation and logic-driven routing to reduce dependency on manual escalation.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improvements: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Smart triage automation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Specialist routing based on issue type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Knowledge base update trigger loop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Expected KPI Impact</a:t>
            </a:r>
            <a:endParaRPr sz="2300"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Projected improvements: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Escalation Rate: 11.8% → &lt;5%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Resolution Time: 9.1 min → ~7.2 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First Touch Resolution: 61% → 75–80%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CSAT: 3.6 → ≥ 4.2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310"/>
              <a:t>The new workflow shifts from reactive escalation management</a:t>
            </a:r>
            <a:endParaRPr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10"/>
              <a:t>to proactive escalation prevention.</a:t>
            </a:r>
            <a:endParaRPr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10"/>
              <a:t>Outcome:</a:t>
            </a:r>
            <a:endParaRPr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10"/>
              <a:t>• Faster handling</a:t>
            </a:r>
            <a:endParaRPr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10"/>
              <a:t>• Reduced friction</a:t>
            </a:r>
            <a:endParaRPr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10"/>
              <a:t>• Improved customer experience</a:t>
            </a:r>
            <a:endParaRPr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10"/>
              <a:t>• More efficient routing and decision-making</a:t>
            </a:r>
            <a:endParaRPr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1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